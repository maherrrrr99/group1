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70" r:id="rId7"/>
    <p:sldId id="260" r:id="rId8"/>
    <p:sldId id="262" r:id="rId9"/>
    <p:sldId id="274" r:id="rId10"/>
    <p:sldId id="273" r:id="rId11"/>
    <p:sldId id="27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068CFC-316E-4D54-8B2F-2910A5535D75}" v="4" dt="2026-06-02T11:06:50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06529-7670-0176-835E-DACB78BA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9FD9E-1EF0-83F1-B814-0C61BE9DB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B3A6E-DC9B-1E97-4863-05CC54FCF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34ABA-1EC4-529C-38E0-59702AC65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37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saduac-my.sharepoint.com/:x:/g/personal/1087993_students_adu_ac_ae/IQCVl5X-gnVOTbJbda9AOzVBAQxvkQVJ4Exoq-0edEJwLJE?e=tAfXTX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2.mp4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hyperlink" Target="https://ahmed1090822.github.io/Ahmed109.github.i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asel-ghunaim.github.io/" TargetMode="External"/><Relationship Id="rId5" Type="http://schemas.openxmlformats.org/officeDocument/2006/relationships/hyperlink" Target="https://sabeehahasham.github.io/" TargetMode="External"/><Relationship Id="rId4" Type="http://schemas.openxmlformats.org/officeDocument/2006/relationships/hyperlink" Target="https://maherrrrr99.github.io/maherrrrr9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0672"/>
            <a:ext cx="8286750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REPORT</a:t>
            </a:r>
            <a:endParaRPr lang="en-US" sz="3294"/>
          </a:p>
        </p:txBody>
      </p:sp>
      <p:sp>
        <p:nvSpPr>
          <p:cNvPr id="4" name="Text 1"/>
          <p:cNvSpPr/>
          <p:nvPr/>
        </p:nvSpPr>
        <p:spPr>
          <a:xfrm>
            <a:off x="268605" y="1482315"/>
            <a:ext cx="5976188" cy="2323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Mechatronic System Design (MEC483) – Course Project</a:t>
            </a:r>
            <a:endParaRPr lang="en-US" sz="1486"/>
          </a:p>
        </p:txBody>
      </p:sp>
      <p:sp>
        <p:nvSpPr>
          <p:cNvPr id="6" name="Text 3"/>
          <p:cNvSpPr/>
          <p:nvPr/>
        </p:nvSpPr>
        <p:spPr>
          <a:xfrm>
            <a:off x="428625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/ PHASE</a:t>
            </a:r>
            <a:endParaRPr lang="en-US" sz="683"/>
          </a:p>
        </p:txBody>
      </p:sp>
      <p:sp>
        <p:nvSpPr>
          <p:cNvPr id="7" name="Text 4"/>
          <p:cNvSpPr/>
          <p:nvPr/>
        </p:nvSpPr>
        <p:spPr>
          <a:xfrm>
            <a:off x="428625" y="4093369"/>
            <a:ext cx="1519647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Pick and Place Robot 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4643438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DATE RANGE</a:t>
            </a:r>
            <a:endParaRPr lang="en-US" sz="683"/>
          </a:p>
        </p:txBody>
      </p:sp>
      <p:sp>
        <p:nvSpPr>
          <p:cNvPr id="9" name="Text 6"/>
          <p:cNvSpPr/>
          <p:nvPr/>
        </p:nvSpPr>
        <p:spPr>
          <a:xfrm>
            <a:off x="4643438" y="4093369"/>
            <a:ext cx="1463542" cy="169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19/5/2026 – 02/6/2026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4509492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MEMBERS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4677370"/>
            <a:ext cx="832920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Maher Abo Abed (1087993) , Sabeeha </a:t>
            </a: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Zainab 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Hasham (1089042), Basel Feras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Ghunaim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 (1088912), Ahmad Nasser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Alshehhi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(1090882)</a:t>
            </a:r>
            <a:endParaRPr lang="en-US" sz="1050">
              <a:latin typeface="Inter"/>
              <a:ea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61D1B-B582-DFBF-FDF9-68A8A5F66518}"/>
              </a:ext>
            </a:extLst>
          </p:cNvPr>
          <p:cNvSpPr/>
          <p:nvPr/>
        </p:nvSpPr>
        <p:spPr>
          <a:xfrm>
            <a:off x="4572000" y="4373880"/>
            <a:ext cx="4143376" cy="132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HOW ARE WE DOING THIS WEEK?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WINS </a:t>
            </a:r>
            <a:endParaRPr lang="en-US" sz="885"/>
          </a:p>
        </p:txBody>
      </p:sp>
      <p:sp>
        <p:nvSpPr>
          <p:cNvPr id="9" name="Text 6"/>
          <p:cNvSpPr/>
          <p:nvPr/>
        </p:nvSpPr>
        <p:spPr>
          <a:xfrm>
            <a:off x="428625" y="1590908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0" name="Text 7"/>
          <p:cNvSpPr/>
          <p:nvPr/>
        </p:nvSpPr>
        <p:spPr>
          <a:xfrm>
            <a:off x="431601" y="2236181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2" name="Shape 9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BLOCKERS / RISKS </a:t>
            </a:r>
            <a:endParaRPr lang="en-US" sz="885"/>
          </a:p>
        </p:txBody>
      </p:sp>
      <p:sp>
        <p:nvSpPr>
          <p:cNvPr id="19" name="Text 16"/>
          <p:cNvSpPr/>
          <p:nvPr/>
        </p:nvSpPr>
        <p:spPr>
          <a:xfrm>
            <a:off x="3238491" y="2795252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20" name="Shape 17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HEALTH</a:t>
            </a:r>
            <a:endParaRPr lang="en-US" sz="885"/>
          </a:p>
        </p:txBody>
      </p:sp>
      <p:sp>
        <p:nvSpPr>
          <p:cNvPr id="22" name="Text 19"/>
          <p:cNvSpPr/>
          <p:nvPr/>
        </p:nvSpPr>
        <p:spPr>
          <a:xfrm>
            <a:off x="6291244" y="1648058"/>
            <a:ext cx="264496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Scope</a:t>
            </a:r>
            <a:endParaRPr lang="en-US" sz="683"/>
          </a:p>
        </p:txBody>
      </p:sp>
      <p:sp>
        <p:nvSpPr>
          <p:cNvPr id="23" name="Text 20"/>
          <p:cNvSpPr/>
          <p:nvPr/>
        </p:nvSpPr>
        <p:spPr>
          <a:xfrm>
            <a:off x="8007406" y="1653415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</a:rPr>
              <a:t>Under Execution</a:t>
            </a:r>
            <a:endParaRPr lang="en-US" sz="727"/>
          </a:p>
        </p:txBody>
      </p:sp>
      <p:sp>
        <p:nvSpPr>
          <p:cNvPr id="24" name="Text 21"/>
          <p:cNvSpPr/>
          <p:nvPr/>
        </p:nvSpPr>
        <p:spPr>
          <a:xfrm>
            <a:off x="6291244" y="1987386"/>
            <a:ext cx="423193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Schedule</a:t>
            </a:r>
            <a:endParaRPr lang="en-US" sz="683"/>
          </a:p>
        </p:txBody>
      </p:sp>
      <p:sp>
        <p:nvSpPr>
          <p:cNvPr id="25" name="Text 22"/>
          <p:cNvSpPr/>
          <p:nvPr/>
        </p:nvSpPr>
        <p:spPr>
          <a:xfrm>
            <a:off x="8047481" y="1992743"/>
            <a:ext cx="610744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Delays</a:t>
            </a:r>
            <a:endParaRPr lang="en-US" sz="727"/>
          </a:p>
        </p:txBody>
      </p:sp>
      <p:sp>
        <p:nvSpPr>
          <p:cNvPr id="26" name="Text 23"/>
          <p:cNvSpPr/>
          <p:nvPr/>
        </p:nvSpPr>
        <p:spPr>
          <a:xfrm>
            <a:off x="6291244" y="2326714"/>
            <a:ext cx="1322478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Fabrication &amp; Prototyping</a:t>
            </a:r>
            <a:endParaRPr lang="en-US" sz="683"/>
          </a:p>
        </p:txBody>
      </p:sp>
      <p:sp>
        <p:nvSpPr>
          <p:cNvPr id="27" name="Text 24"/>
          <p:cNvSpPr/>
          <p:nvPr/>
        </p:nvSpPr>
        <p:spPr>
          <a:xfrm>
            <a:off x="8007406" y="2332072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Execution</a:t>
            </a:r>
            <a:endParaRPr lang="en-US" sz="727"/>
          </a:p>
        </p:txBody>
      </p:sp>
      <p:sp>
        <p:nvSpPr>
          <p:cNvPr id="28" name="Shape 25"/>
          <p:cNvSpPr/>
          <p:nvPr/>
        </p:nvSpPr>
        <p:spPr>
          <a:xfrm>
            <a:off x="6048356" y="2723192"/>
            <a:ext cx="2667019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48356" y="2723192"/>
            <a:ext cx="2667019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34081" y="2808917"/>
            <a:ext cx="493725" cy="96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ISSUES</a:t>
            </a:r>
            <a:endParaRPr lang="en-US" sz="584"/>
          </a:p>
        </p:txBody>
      </p:sp>
      <p:sp>
        <p:nvSpPr>
          <p:cNvPr id="31" name="Text 28"/>
          <p:cNvSpPr/>
          <p:nvPr/>
        </p:nvSpPr>
        <p:spPr>
          <a:xfrm>
            <a:off x="6134081" y="2921431"/>
            <a:ext cx="508152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2 Active</a:t>
            </a:r>
            <a:endParaRPr lang="en-US" sz="1193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9FC47-D95F-B36D-EA15-0D696889EAB4}"/>
              </a:ext>
            </a:extLst>
          </p:cNvPr>
          <p:cNvSpPr txBox="1"/>
          <p:nvPr/>
        </p:nvSpPr>
        <p:spPr>
          <a:xfrm>
            <a:off x="365897" y="1580627"/>
            <a:ext cx="2729654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Multi system integration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Wireless communication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Manual control established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Computer vision through </a:t>
            </a:r>
            <a:r>
              <a:rPr lang="en-US" sz="1400" dirty="0" err="1">
                <a:latin typeface="Inter "/>
              </a:rPr>
              <a:t>wifi</a:t>
            </a:r>
            <a:r>
              <a:rPr lang="en-US" sz="1400" dirty="0">
                <a:latin typeface="Inter "/>
              </a:rPr>
              <a:t> bridge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C156F-7AD9-DC02-254D-19506AE6F4B4}"/>
              </a:ext>
            </a:extLst>
          </p:cNvPr>
          <p:cNvSpPr txBox="1"/>
          <p:nvPr/>
        </p:nvSpPr>
        <p:spPr>
          <a:xfrm>
            <a:off x="3252957" y="1501799"/>
            <a:ext cx="254243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Eid break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>
              <a:buClr>
                <a:schemeClr val="accent2"/>
              </a:buClr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Inter "/>
              </a:rPr>
              <a:t> 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Inter "/>
            </a:endParaRPr>
          </a:p>
          <a:p>
            <a:pPr>
              <a:buClr>
                <a:schemeClr val="accent2"/>
              </a:buClr>
            </a:pPr>
            <a:endParaRPr lang="en-US" sz="1400" dirty="0">
              <a:latin typeface="Inter 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B2297B-5BBF-E577-E0CE-59FC2FF3B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558" y="2264516"/>
            <a:ext cx="239111" cy="199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5C741AB-39EC-2AA6-968B-ABD933D7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052" y="0"/>
            <a:ext cx="9144000" cy="5143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35C9814-FA25-2EF1-B06C-3E2735E9BCEC}"/>
              </a:ext>
            </a:extLst>
          </p:cNvPr>
          <p:cNvSpPr/>
          <p:nvPr/>
        </p:nvSpPr>
        <p:spPr>
          <a:xfrm>
            <a:off x="428625" y="665792"/>
            <a:ext cx="3731791" cy="6742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Schedule (Gantt)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201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3C2E7-665E-4C09-FF9D-14860C5E6215}"/>
              </a:ext>
            </a:extLst>
          </p:cNvPr>
          <p:cNvSpPr txBox="1"/>
          <p:nvPr/>
        </p:nvSpPr>
        <p:spPr>
          <a:xfrm>
            <a:off x="5345976" y="601744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 strike="noStrike" baseline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3"/>
              </a:rPr>
              <a:t>Agile Gantt chart1.xlsx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6FED9-B1AD-C7ED-7F71-1A14B42B7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624" y="1052270"/>
            <a:ext cx="4449055" cy="2161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68A0DB-16A8-2B34-DF3A-D6A5BA1A5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624" y="3214027"/>
            <a:ext cx="4502675" cy="160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3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ISSUES, RISKS, AND ACTION ITEMS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ISSUES (BLOCKING PROGRESS)</a:t>
            </a:r>
            <a:endParaRPr lang="en-US" sz="885"/>
          </a:p>
        </p:txBody>
      </p:sp>
      <p:sp>
        <p:nvSpPr>
          <p:cNvPr id="6" name="Text 3"/>
          <p:cNvSpPr/>
          <p:nvPr/>
        </p:nvSpPr>
        <p:spPr>
          <a:xfrm>
            <a:off x="428625" y="1712351"/>
            <a:ext cx="171778" cy="1408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Inter"/>
              <a:ea typeface="Inter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625" y="1712351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10" name="Text 7"/>
          <p:cNvSpPr/>
          <p:nvPr/>
        </p:nvSpPr>
        <p:spPr>
          <a:xfrm>
            <a:off x="428625" y="2113870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12" name="Shape 9"/>
          <p:cNvSpPr/>
          <p:nvPr/>
        </p:nvSpPr>
        <p:spPr>
          <a:xfrm>
            <a:off x="444283" y="2629198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6454" y="2629197"/>
            <a:ext cx="3628982" cy="316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MITIGATIONS / DECISIONS NEEDED</a:t>
            </a:r>
            <a:endParaRPr lang="en-US" sz="885"/>
          </a:p>
        </p:txBody>
      </p:sp>
      <p:sp>
        <p:nvSpPr>
          <p:cNvPr id="18" name="Text 15"/>
          <p:cNvSpPr/>
          <p:nvPr/>
        </p:nvSpPr>
        <p:spPr>
          <a:xfrm>
            <a:off x="436454" y="299634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(NEXT 7 DAYS)</a:t>
            </a:r>
            <a:endParaRPr lang="en-US" sz="885"/>
          </a:p>
        </p:txBody>
      </p:sp>
      <p:sp>
        <p:nvSpPr>
          <p:cNvPr id="22" name="Shape 19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</a:t>
            </a:r>
            <a:endParaRPr lang="en-US" sz="683"/>
          </a:p>
        </p:txBody>
      </p:sp>
      <p:sp>
        <p:nvSpPr>
          <p:cNvPr id="24" name="Shape 21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 DESCRIPTION</a:t>
            </a:r>
            <a:endParaRPr lang="en-US" sz="683"/>
          </a:p>
        </p:txBody>
      </p:sp>
      <p:sp>
        <p:nvSpPr>
          <p:cNvPr id="26" name="Shape 23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MEMBER</a:t>
            </a:r>
            <a:endParaRPr lang="en-US" sz="683"/>
          </a:p>
        </p:txBody>
      </p:sp>
      <p:sp>
        <p:nvSpPr>
          <p:cNvPr id="28" name="Shape 25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WEEK DUE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354757" y="1990958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683"/>
          </a:p>
        </p:txBody>
      </p:sp>
      <p:sp>
        <p:nvSpPr>
          <p:cNvPr id="31" name="Text 28"/>
          <p:cNvSpPr/>
          <p:nvPr/>
        </p:nvSpPr>
        <p:spPr>
          <a:xfrm>
            <a:off x="4790526" y="1994601"/>
            <a:ext cx="2192489" cy="2641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r>
              <a:rPr lang="en-US" sz="600">
                <a:latin typeface="Times New Roman"/>
                <a:ea typeface="Calibri"/>
                <a:cs typeface="Times New Roman"/>
              </a:rPr>
              <a:t>TBD</a:t>
            </a:r>
          </a:p>
        </p:txBody>
      </p:sp>
      <p:sp>
        <p:nvSpPr>
          <p:cNvPr id="32" name="Text 29"/>
          <p:cNvSpPr/>
          <p:nvPr/>
        </p:nvSpPr>
        <p:spPr>
          <a:xfrm>
            <a:off x="6983016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latin typeface="Times New Roman"/>
                <a:ea typeface="Calibri"/>
                <a:cs typeface="Times New Roman"/>
              </a:rPr>
              <a:t>Sabeeha</a:t>
            </a:r>
          </a:p>
        </p:txBody>
      </p:sp>
      <p:sp>
        <p:nvSpPr>
          <p:cNvPr id="33" name="Text 30"/>
          <p:cNvSpPr/>
          <p:nvPr/>
        </p:nvSpPr>
        <p:spPr>
          <a:xfrm>
            <a:off x="7847409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Week 11</a:t>
            </a:r>
          </a:p>
        </p:txBody>
      </p:sp>
      <p:sp>
        <p:nvSpPr>
          <p:cNvPr id="34" name="Shape 31"/>
          <p:cNvSpPr/>
          <p:nvPr/>
        </p:nvSpPr>
        <p:spPr>
          <a:xfrm>
            <a:off x="4351186" y="2315101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54757" y="2262420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683"/>
          </a:p>
        </p:txBody>
      </p:sp>
      <p:sp>
        <p:nvSpPr>
          <p:cNvPr id="36" name="Text 33"/>
          <p:cNvSpPr/>
          <p:nvPr/>
        </p:nvSpPr>
        <p:spPr>
          <a:xfrm>
            <a:off x="4790526" y="2259908"/>
            <a:ext cx="2192489" cy="27648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>
                <a:latin typeface="Times New Roman"/>
                <a:ea typeface="Calibri"/>
                <a:cs typeface="Times New Roman"/>
              </a:rPr>
              <a:t>TBD</a:t>
            </a:r>
          </a:p>
        </p:txBody>
      </p:sp>
      <p:sp>
        <p:nvSpPr>
          <p:cNvPr id="37" name="Text 34"/>
          <p:cNvSpPr/>
          <p:nvPr/>
        </p:nvSpPr>
        <p:spPr>
          <a:xfrm>
            <a:off x="6983016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Maher</a:t>
            </a:r>
            <a:endParaRPr lang="en-US" sz="700">
              <a:latin typeface="Inter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847409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11</a:t>
            </a:r>
          </a:p>
        </p:txBody>
      </p:sp>
      <p:sp>
        <p:nvSpPr>
          <p:cNvPr id="39" name="Text 36"/>
          <p:cNvSpPr/>
          <p:nvPr/>
        </p:nvSpPr>
        <p:spPr>
          <a:xfrm>
            <a:off x="4354757" y="2533883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683"/>
          </a:p>
        </p:txBody>
      </p:sp>
      <p:sp>
        <p:nvSpPr>
          <p:cNvPr id="40" name="Text 37"/>
          <p:cNvSpPr/>
          <p:nvPr/>
        </p:nvSpPr>
        <p:spPr>
          <a:xfrm>
            <a:off x="4790526" y="2585050"/>
            <a:ext cx="2192489" cy="27873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>
                <a:solidFill>
                  <a:srgbClr val="333333"/>
                </a:solidFill>
                <a:latin typeface="Inter"/>
                <a:ea typeface="Calibri"/>
                <a:cs typeface="Calibri"/>
              </a:rPr>
              <a:t>TBD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983016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Basel</a:t>
            </a:r>
          </a:p>
        </p:txBody>
      </p:sp>
      <p:sp>
        <p:nvSpPr>
          <p:cNvPr id="42" name="Text 39"/>
          <p:cNvSpPr/>
          <p:nvPr/>
        </p:nvSpPr>
        <p:spPr>
          <a:xfrm>
            <a:off x="7847409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11</a:t>
            </a:r>
            <a:endParaRPr lang="en-US" sz="727"/>
          </a:p>
        </p:txBody>
      </p:sp>
      <p:sp>
        <p:nvSpPr>
          <p:cNvPr id="43" name="Shape 40"/>
          <p:cNvSpPr/>
          <p:nvPr/>
        </p:nvSpPr>
        <p:spPr>
          <a:xfrm>
            <a:off x="4358329" y="2862349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354757" y="2805345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683"/>
          </a:p>
        </p:txBody>
      </p:sp>
      <p:sp>
        <p:nvSpPr>
          <p:cNvPr id="45" name="Text 42"/>
          <p:cNvSpPr/>
          <p:nvPr/>
        </p:nvSpPr>
        <p:spPr>
          <a:xfrm>
            <a:off x="4790526" y="2800012"/>
            <a:ext cx="2192489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>
                <a:solidFill>
                  <a:srgbClr val="333333"/>
                </a:solidFill>
                <a:latin typeface="Inter"/>
              </a:rPr>
              <a:t>TBD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83016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Ahmad</a:t>
            </a:r>
          </a:p>
        </p:txBody>
      </p:sp>
      <p:sp>
        <p:nvSpPr>
          <p:cNvPr id="47" name="Text 44"/>
          <p:cNvSpPr/>
          <p:nvPr/>
        </p:nvSpPr>
        <p:spPr>
          <a:xfrm>
            <a:off x="7847409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Inter"/>
              </a:rPr>
              <a:t>Week 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5D39F-A107-DB92-438C-F1C07FE11B48}"/>
              </a:ext>
            </a:extLst>
          </p:cNvPr>
          <p:cNvSpPr txBox="1"/>
          <p:nvPr/>
        </p:nvSpPr>
        <p:spPr>
          <a:xfrm>
            <a:off x="403152" y="1674511"/>
            <a:ext cx="377260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chemeClr val="accent2"/>
              </a:buClr>
            </a:pPr>
            <a:endParaRPr lang="en-US" sz="1400" dirty="0">
              <a:latin typeface="Inter 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2382971"/>
            <a:ext cx="3824893" cy="6576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-2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GROUP UPDATE</a:t>
            </a:r>
            <a:endParaRPr lang="en-US" sz="4145"/>
          </a:p>
        </p:txBody>
      </p:sp>
      <p:sp>
        <p:nvSpPr>
          <p:cNvPr id="4" name="Text 1"/>
          <p:cNvSpPr/>
          <p:nvPr/>
        </p:nvSpPr>
        <p:spPr>
          <a:xfrm>
            <a:off x="771525" y="3279511"/>
            <a:ext cx="7715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&amp; NEXT STEPS</a:t>
            </a:r>
            <a:endParaRPr lang="en-US" sz="1193"/>
          </a:p>
        </p:txBody>
      </p:sp>
      <p:sp>
        <p:nvSpPr>
          <p:cNvPr id="5" name="Text 2"/>
          <p:cNvSpPr/>
          <p:nvPr/>
        </p:nvSpPr>
        <p:spPr>
          <a:xfrm>
            <a:off x="942975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</a:t>
            </a:r>
            <a:endParaRPr lang="en-US" sz="727"/>
          </a:p>
        </p:txBody>
      </p:sp>
      <p:sp>
        <p:nvSpPr>
          <p:cNvPr id="6" name="Text 3"/>
          <p:cNvSpPr/>
          <p:nvPr/>
        </p:nvSpPr>
        <p:spPr>
          <a:xfrm>
            <a:off x="942975" y="3838510"/>
            <a:ext cx="3693319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Maher Abo Abed 			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3843338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2</a:t>
            </a:r>
            <a:endParaRPr lang="en-US" sz="727"/>
          </a:p>
        </p:txBody>
      </p:sp>
      <p:sp>
        <p:nvSpPr>
          <p:cNvPr id="8" name="Text 5"/>
          <p:cNvSpPr/>
          <p:nvPr/>
        </p:nvSpPr>
        <p:spPr>
          <a:xfrm>
            <a:off x="3843338" y="3838510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Sabeeha Zainab Hasham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942975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</a:t>
            </a:r>
            <a:endParaRPr lang="en-US" sz="727"/>
          </a:p>
        </p:txBody>
      </p:sp>
      <p:sp>
        <p:nvSpPr>
          <p:cNvPr id="10" name="Text 7"/>
          <p:cNvSpPr/>
          <p:nvPr/>
        </p:nvSpPr>
        <p:spPr>
          <a:xfrm>
            <a:off x="942975" y="4302854"/>
            <a:ext cx="15228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Basel Feras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Ghunaim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3843338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4</a:t>
            </a:r>
            <a:endParaRPr lang="en-US" sz="727"/>
          </a:p>
        </p:txBody>
      </p:sp>
      <p:sp>
        <p:nvSpPr>
          <p:cNvPr id="12" name="Text 9"/>
          <p:cNvSpPr/>
          <p:nvPr/>
        </p:nvSpPr>
        <p:spPr>
          <a:xfrm>
            <a:off x="3843338" y="4302854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Ahmad Nasser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Alshehhi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195E-DB67-94A7-2E5B-3FF52048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WhatsApp Video 2026-05-19 at 2.20.07 PM">
            <a:hlinkClick r:id="" action="ppaction://media"/>
            <a:extLst>
              <a:ext uri="{FF2B5EF4-FFF2-40B4-BE49-F238E27FC236}">
                <a16:creationId xmlns:a16="http://schemas.microsoft.com/office/drawing/2014/main" id="{23998479-797C-13D2-4B09-AB1962AEC57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9568" y="149290"/>
            <a:ext cx="3966571" cy="4827597"/>
          </a:xfrm>
          <a:prstGeom prst="rect">
            <a:avLst/>
          </a:prstGeom>
        </p:spPr>
      </p:pic>
      <p:pic>
        <p:nvPicPr>
          <p:cNvPr id="3" name="WhatsApp Video 2026-06-02 at 11.26.24 AM (1)">
            <a:hlinkClick r:id="" action="ppaction://media"/>
            <a:extLst>
              <a:ext uri="{FF2B5EF4-FFF2-40B4-BE49-F238E27FC236}">
                <a16:creationId xmlns:a16="http://schemas.microsoft.com/office/drawing/2014/main" id="{A4CF5341-C0F1-B57D-9BD5-5BC2771D1A99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571999" y="149290"/>
            <a:ext cx="4376057" cy="481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9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4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23BE9-4CB8-EC17-D0D3-32B61219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6-02 at 2.48.41 PM">
            <a:hlinkClick r:id="" action="ppaction://media"/>
            <a:extLst>
              <a:ext uri="{FF2B5EF4-FFF2-40B4-BE49-F238E27FC236}">
                <a16:creationId xmlns:a16="http://schemas.microsoft.com/office/drawing/2014/main" id="{0415C7E5-FC1A-1884-9236-37EBE25DBC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752" y="0"/>
            <a:ext cx="4405070" cy="5057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6E2195-B528-C12B-C10F-8004B7207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905" y="0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8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F8ED8-837C-7B85-C788-72328445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912DDF-FF8B-BB7B-01C3-2E905D97E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373" y="0"/>
            <a:ext cx="2893219" cy="5143500"/>
          </a:xfrm>
          <a:prstGeom prst="rect">
            <a:avLst/>
          </a:prstGeom>
        </p:spPr>
      </p:pic>
      <p:pic>
        <p:nvPicPr>
          <p:cNvPr id="8" name="WhatsApp Video 2026-06-02 at 3.05.59 PM">
            <a:hlinkClick r:id="" action="ppaction://media"/>
            <a:extLst>
              <a:ext uri="{FF2B5EF4-FFF2-40B4-BE49-F238E27FC236}">
                <a16:creationId xmlns:a16="http://schemas.microsoft.com/office/drawing/2014/main" id="{F98ABFDB-B58E-2CF3-77F4-3EB8176B0E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625151"/>
            <a:ext cx="5440784" cy="306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4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6" y="0"/>
            <a:ext cx="9286875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WRAP-UP: WHAT WE NEED FROM THE INSTRUCTOR / STAKEHOLDERS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DECISIONS REQUESTED</a:t>
            </a:r>
            <a:endParaRPr lang="en-US" sz="885"/>
          </a:p>
        </p:txBody>
      </p:sp>
      <p:sp>
        <p:nvSpPr>
          <p:cNvPr id="8" name="Text 5"/>
          <p:cNvSpPr/>
          <p:nvPr/>
        </p:nvSpPr>
        <p:spPr>
          <a:xfrm>
            <a:off x="428625" y="2553528"/>
            <a:ext cx="4000500" cy="1617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319646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QUESTIONS / FEEDBACK</a:t>
            </a:r>
            <a:endParaRPr lang="en-US" sz="885"/>
          </a:p>
        </p:txBody>
      </p:sp>
      <p:sp>
        <p:nvSpPr>
          <p:cNvPr id="18" name="Shape 15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1487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FOLLOW-UP</a:t>
            </a:r>
            <a:endParaRPr lang="en-US" sz="885"/>
          </a:p>
        </p:txBody>
      </p:sp>
      <p:sp>
        <p:nvSpPr>
          <p:cNvPr id="23" name="Text 20"/>
          <p:cNvSpPr/>
          <p:nvPr/>
        </p:nvSpPr>
        <p:spPr>
          <a:xfrm>
            <a:off x="4714875" y="2639253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14875" y="3568303"/>
            <a:ext cx="4000500" cy="128944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3568303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57750" y="3739753"/>
            <a:ext cx="476092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APPENDIX 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857750" y="39433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57750" y="4200525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57750" y="445770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57750" y="3943350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AD73AC1-3C42-9F63-40ED-CF67B3D236FE}"/>
              </a:ext>
            </a:extLst>
          </p:cNvPr>
          <p:cNvSpPr/>
          <p:nvPr/>
        </p:nvSpPr>
        <p:spPr>
          <a:xfrm>
            <a:off x="4857750" y="40957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0E96E905-36F9-C692-A9BB-2D2C4A18AEAA}"/>
              </a:ext>
            </a:extLst>
          </p:cNvPr>
          <p:cNvSpPr/>
          <p:nvPr/>
        </p:nvSpPr>
        <p:spPr>
          <a:xfrm>
            <a:off x="4857750" y="4095750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EDFC8-AB22-910B-6617-934AD3C2B339}"/>
              </a:ext>
            </a:extLst>
          </p:cNvPr>
          <p:cNvSpPr txBox="1"/>
          <p:nvPr/>
        </p:nvSpPr>
        <p:spPr>
          <a:xfrm>
            <a:off x="4757738" y="3923407"/>
            <a:ext cx="47959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4"/>
              </a:rPr>
              <a:t>https://maherrrrr99.github.io/maherrrrr99/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lvl="0">
              <a:buClr>
                <a:srgbClr val="ED7D31"/>
              </a:buClr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5"/>
              </a:rPr>
              <a:t>https://sabeehahasham.github.io/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lvl="0">
              <a:buClr>
                <a:srgbClr val="ED7D31"/>
              </a:buClr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6"/>
              </a:rPr>
              <a:t>https://basel-ghunaim.github.io/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7"/>
              </a:rPr>
              <a:t>https://ahmed1090822.github.io/Ahmed109.github.io/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6354FFF6CC942A19C2C083F94702F" ma:contentTypeVersion="15" ma:contentTypeDescription="Create a new document." ma:contentTypeScope="" ma:versionID="51772ab33cecb87251aa33550c28e442">
  <xsd:schema xmlns:xsd="http://www.w3.org/2001/XMLSchema" xmlns:xs="http://www.w3.org/2001/XMLSchema" xmlns:p="http://schemas.microsoft.com/office/2006/metadata/properties" xmlns:ns3="c9c03dcb-1852-45b8-a297-7cb123ff6eff" xmlns:ns4="793d1ae2-586b-4762-bfc6-b6d9cd65cc26" targetNamespace="http://schemas.microsoft.com/office/2006/metadata/properties" ma:root="true" ma:fieldsID="c5de175633f0ecf58f5b9e8331d93e2c" ns3:_="" ns4:_="">
    <xsd:import namespace="c9c03dcb-1852-45b8-a297-7cb123ff6eff"/>
    <xsd:import namespace="793d1ae2-586b-4762-bfc6-b6d9cd65cc2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LengthInSeconds" minOccurs="0"/>
                <xsd:element ref="ns4:MediaServiceSearchPropertie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03dcb-1852-45b8-a297-7cb123ff6e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d1ae2-586b-4762-bfc6-b6d9cd65cc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3d1ae2-586b-4762-bfc6-b6d9cd65cc26" xsi:nil="true"/>
  </documentManagement>
</p:properties>
</file>

<file path=customXml/itemProps1.xml><?xml version="1.0" encoding="utf-8"?>
<ds:datastoreItem xmlns:ds="http://schemas.openxmlformats.org/officeDocument/2006/customXml" ds:itemID="{FE42817B-8532-4D50-923B-5326B5BF6E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1F096D-F3D9-4AB2-8749-1B5564A99E52}">
  <ds:schemaRefs>
    <ds:schemaRef ds:uri="793d1ae2-586b-4762-bfc6-b6d9cd65cc26"/>
    <ds:schemaRef ds:uri="c9c03dcb-1852-45b8-a297-7cb123ff6e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BF07C3-32F2-4B54-ABEC-F568E42565AD}">
  <ds:schemaRefs>
    <ds:schemaRef ds:uri="793d1ae2-586b-4762-bfc6-b6d9cd65cc26"/>
    <ds:schemaRef ds:uri="c9c03dcb-1852-45b8-a297-7cb123ff6ef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On-screen Show (16:9)</PresentationFormat>
  <Paragraphs>93</Paragraphs>
  <Slides>9</Slides>
  <Notes>6</Notes>
  <HiddenSlides>0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Inter</vt:lpstr>
      <vt:lpstr>Inter </vt:lpstr>
      <vt:lpstr>Roboto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Maher Nader Abo Abed</cp:lastModifiedBy>
  <cp:revision>2</cp:revision>
  <dcterms:created xsi:type="dcterms:W3CDTF">2026-03-09T12:39:49Z</dcterms:created>
  <dcterms:modified xsi:type="dcterms:W3CDTF">2026-06-15T16:58:33Z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0x010100B696354FFF6CC942A19C2C083F94702F</vt:lpwstr>
  </property>
</Properties>
</file>