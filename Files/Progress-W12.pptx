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70" r:id="rId7"/>
    <p:sldId id="260" r:id="rId8"/>
    <p:sldId id="262" r:id="rId9"/>
    <p:sldId id="274" r:id="rId10"/>
    <p:sldId id="273" r:id="rId11"/>
    <p:sldId id="27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68CFC-316E-4D54-8B2F-2910A5535D75}" v="4" dt="2026-06-02T11:06:50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6529-7670-0176-835E-DACB78BA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9FD9E-1EF0-83F1-B814-0C61BE9DB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B3A6E-DC9B-1E97-4863-05CC54FCF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34ABA-1EC4-529C-38E0-59702AC65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37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aduac-my.sharepoint.com/:x:/g/personal/1087993_students_adu_ac_ae/IQCVl5X-gnVOTbJbda9AOzVBAQxvkQVJ4Exoq-0edEJwLJE?e=tAfXT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2.mp4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ahmed1090822.github.io/Ahmed109.github.i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asel-ghunaim.github.io/" TargetMode="External"/><Relationship Id="rId5" Type="http://schemas.openxmlformats.org/officeDocument/2006/relationships/hyperlink" Target="https://sabeehahasham.github.io/" TargetMode="External"/><Relationship Id="rId4" Type="http://schemas.openxmlformats.org/officeDocument/2006/relationships/hyperlink" Target="https://maherrrrr99.github.io/maherrrrr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151964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463542" cy="169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19/5/2026 – 02/6/2026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</a:t>
            </a:r>
            <a:endParaRPr lang="en-US" sz="885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007406" y="2332072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Execution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2 Active</a:t>
            </a:r>
            <a:endParaRPr lang="en-US" sz="119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FC47-D95F-B36D-EA15-0D696889EAB4}"/>
              </a:ext>
            </a:extLst>
          </p:cNvPr>
          <p:cNvSpPr txBox="1"/>
          <p:nvPr/>
        </p:nvSpPr>
        <p:spPr>
          <a:xfrm>
            <a:off x="365897" y="1580627"/>
            <a:ext cx="2729654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Multi system integration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Wireless communication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Manual control established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Computer vision through </a:t>
            </a:r>
            <a:r>
              <a:rPr lang="en-US" sz="1400" dirty="0" err="1">
                <a:latin typeface="Inter "/>
              </a:rPr>
              <a:t>wifi</a:t>
            </a:r>
            <a:r>
              <a:rPr lang="en-US" sz="1400" dirty="0">
                <a:latin typeface="Inter "/>
              </a:rPr>
              <a:t> bridge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C156F-7AD9-DC02-254D-19506AE6F4B4}"/>
              </a:ext>
            </a:extLst>
          </p:cNvPr>
          <p:cNvSpPr txBox="1"/>
          <p:nvPr/>
        </p:nvSpPr>
        <p:spPr>
          <a:xfrm>
            <a:off x="3252957" y="1501799"/>
            <a:ext cx="254243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Eid break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>
              <a:buClr>
                <a:schemeClr val="accent2"/>
              </a:buClr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>
              <a:buClr>
                <a:schemeClr val="accent2"/>
              </a:buClr>
            </a:pPr>
            <a:endParaRPr lang="en-US" sz="1400" dirty="0">
              <a:latin typeface="Inter 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B2297B-5BBF-E577-E0CE-59FC2FF3B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558" y="2264516"/>
            <a:ext cx="239111" cy="199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741AB-39EC-2AA6-968B-ABD933D7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52" y="0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35C9814-FA25-2EF1-B06C-3E2735E9BCEC}"/>
              </a:ext>
            </a:extLst>
          </p:cNvPr>
          <p:cNvSpPr/>
          <p:nvPr/>
        </p:nvSpPr>
        <p:spPr>
          <a:xfrm>
            <a:off x="428625" y="665792"/>
            <a:ext cx="3731791" cy="6742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01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C2E7-665E-4C09-FF9D-14860C5E6215}"/>
              </a:ext>
            </a:extLst>
          </p:cNvPr>
          <p:cNvSpPr txBox="1"/>
          <p:nvPr/>
        </p:nvSpPr>
        <p:spPr>
          <a:xfrm>
            <a:off x="5345976" y="601744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3"/>
              </a:rPr>
              <a:t>Agile Gantt chart1.xlsx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6FED9-B1AD-C7ED-7F71-1A14B42B7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24" y="1052270"/>
            <a:ext cx="4449055" cy="2161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68A0DB-16A8-2B34-DF3A-D6A5BA1A5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624" y="3214027"/>
            <a:ext cx="4502675" cy="160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3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94601"/>
            <a:ext cx="2192489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>
                <a:latin typeface="Times New Roman"/>
                <a:ea typeface="Calibri"/>
                <a:cs typeface="Times New Roman"/>
              </a:rPr>
              <a:t>TBD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11</a:t>
            </a:r>
          </a:p>
        </p:txBody>
      </p:sp>
      <p:sp>
        <p:nvSpPr>
          <p:cNvPr id="34" name="Shape 31"/>
          <p:cNvSpPr/>
          <p:nvPr/>
        </p:nvSpPr>
        <p:spPr>
          <a:xfrm>
            <a:off x="4351186" y="2315101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259908"/>
            <a:ext cx="2192489" cy="2764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latin typeface="Times New Roman"/>
                <a:ea typeface="Calibri"/>
                <a:cs typeface="Times New Roman"/>
              </a:rPr>
              <a:t>TBD</a:t>
            </a: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11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85050"/>
            <a:ext cx="2192489" cy="27873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  <a:ea typeface="Calibri"/>
                <a:cs typeface="Calibri"/>
              </a:rPr>
              <a:t>TBD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11</a:t>
            </a:r>
            <a:endParaRPr lang="en-US" sz="727"/>
          </a:p>
        </p:txBody>
      </p:sp>
      <p:sp>
        <p:nvSpPr>
          <p:cNvPr id="43" name="Shape 40"/>
          <p:cNvSpPr/>
          <p:nvPr/>
        </p:nvSpPr>
        <p:spPr>
          <a:xfrm>
            <a:off x="4358329" y="2862349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</a:rPr>
              <a:t>TBD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5D39F-A107-DB92-438C-F1C07FE11B48}"/>
              </a:ext>
            </a:extLst>
          </p:cNvPr>
          <p:cNvSpPr txBox="1"/>
          <p:nvPr/>
        </p:nvSpPr>
        <p:spPr>
          <a:xfrm>
            <a:off x="403152" y="1674511"/>
            <a:ext cx="377260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chemeClr val="accent2"/>
              </a:buClr>
            </a:pPr>
            <a:endParaRPr lang="en-US" sz="1400" dirty="0">
              <a:latin typeface="Inter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3824893" cy="6576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2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GROUP UPDATE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195E-DB67-94A7-2E5B-3FF52048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hatsApp Video 2026-05-19 at 2.20.07 PM">
            <a:hlinkClick r:id="" action="ppaction://media"/>
            <a:extLst>
              <a:ext uri="{FF2B5EF4-FFF2-40B4-BE49-F238E27FC236}">
                <a16:creationId xmlns:a16="http://schemas.microsoft.com/office/drawing/2014/main" id="{23998479-797C-13D2-4B09-AB1962AEC5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9568" y="149290"/>
            <a:ext cx="3966571" cy="4827597"/>
          </a:xfrm>
          <a:prstGeom prst="rect">
            <a:avLst/>
          </a:prstGeom>
        </p:spPr>
      </p:pic>
      <p:pic>
        <p:nvPicPr>
          <p:cNvPr id="3" name="WhatsApp Video 2026-06-02 at 11.26.24 AM (1)">
            <a:hlinkClick r:id="" action="ppaction://media"/>
            <a:extLst>
              <a:ext uri="{FF2B5EF4-FFF2-40B4-BE49-F238E27FC236}">
                <a16:creationId xmlns:a16="http://schemas.microsoft.com/office/drawing/2014/main" id="{A4CF5341-C0F1-B57D-9BD5-5BC2771D1A9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71999" y="149290"/>
            <a:ext cx="4376057" cy="48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9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4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23BE9-4CB8-EC17-D0D3-32B61219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6-02 at 2.48.41 PM">
            <a:hlinkClick r:id="" action="ppaction://media"/>
            <a:extLst>
              <a:ext uri="{FF2B5EF4-FFF2-40B4-BE49-F238E27FC236}">
                <a16:creationId xmlns:a16="http://schemas.microsoft.com/office/drawing/2014/main" id="{0415C7E5-FC1A-1884-9236-37EBE25DBC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752" y="0"/>
            <a:ext cx="4405070" cy="5057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E2195-B528-C12B-C10F-8004B7207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905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8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8ED8-837C-7B85-C788-72328445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912DDF-FF8B-BB7B-01C3-2E905D97E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373" y="0"/>
            <a:ext cx="2893219" cy="5143500"/>
          </a:xfrm>
          <a:prstGeom prst="rect">
            <a:avLst/>
          </a:prstGeom>
        </p:spPr>
      </p:pic>
      <p:pic>
        <p:nvPicPr>
          <p:cNvPr id="8" name="WhatsApp Video 2026-06-02 at 3.05.59 PM">
            <a:hlinkClick r:id="" action="ppaction://media"/>
            <a:extLst>
              <a:ext uri="{FF2B5EF4-FFF2-40B4-BE49-F238E27FC236}">
                <a16:creationId xmlns:a16="http://schemas.microsoft.com/office/drawing/2014/main" id="{F98ABFDB-B58E-2CF3-77F4-3EB8176B0E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625151"/>
            <a:ext cx="5440784" cy="30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4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6" y="0"/>
            <a:ext cx="928687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EDFC8-AB22-910B-6617-934AD3C2B339}"/>
              </a:ext>
            </a:extLst>
          </p:cNvPr>
          <p:cNvSpPr txBox="1"/>
          <p:nvPr/>
        </p:nvSpPr>
        <p:spPr>
          <a:xfrm>
            <a:off x="4757738" y="3923407"/>
            <a:ext cx="4795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4"/>
              </a:rPr>
              <a:t>https://maherrrrr99.github.io/maherrrrr99/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5"/>
              </a:rPr>
              <a:t>https://sabeehahasham.github.io/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6"/>
              </a:rPr>
              <a:t>https://basel-ghunaim.github.io/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7"/>
              </a:rPr>
              <a:t>https://ahmed1090822.github.io/Ahmed109.github.io/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Props1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BF07C3-32F2-4B54-ABEC-F568E42565AD}">
  <ds:schemaRefs>
    <ds:schemaRef ds:uri="793d1ae2-586b-4762-bfc6-b6d9cd65cc26"/>
    <ds:schemaRef ds:uri="c9c03dcb-1852-45b8-a297-7cb123ff6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255</Words>
  <Application>Microsoft Office PowerPoint</Application>
  <PresentationFormat>On-screen Show (16:9)</PresentationFormat>
  <Paragraphs>93</Paragraphs>
  <Slides>9</Slides>
  <Notes>6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Inter </vt:lpstr>
      <vt:lpstr>Roboto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Maher Nader Abo Abed</cp:lastModifiedBy>
  <cp:revision>2</cp:revision>
  <dcterms:created xsi:type="dcterms:W3CDTF">2026-03-09T12:39:49Z</dcterms:created>
  <dcterms:modified xsi:type="dcterms:W3CDTF">2026-06-15T17:01:46Z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